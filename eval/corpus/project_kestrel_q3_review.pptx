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Kestrel is the program that moved our utility inspections from manual drone piloting to scheduled autonomous 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hit three of the four goals; the portal slipped to 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is measured on the labelled validation set of 4,800 images reviewed by our senior inspectors.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thermal classifier runs on the Talon-3 rover's thermal camera as well as on the HX-7.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expect to finish the year about $150K under budget if the LiDAR deliveries arrive as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placed a buffer order of 25 LX-200 modules in September to cover Q1 2027 builds.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high-priority action items from the postmortem are closed except the gateway failover drill.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delay came from the security review requested by our largest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November pilot customer is Brightwater Utilities, covering 220 pumping stations in two counties.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Mara Okafor took over as program lead in July after the reorganization.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Kestrel: Q3 2026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Halcyon Robotics · Automated inspection program</a:t>
            </a:r>
          </a:p>
          <a:p>
            <a:r>
              <a:rPr sz="2000"/>
              <a:t>Prepared for the leadership review, 6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Scale autonomous inspections to 1,400 sites per quarter</a:t>
            </a:r>
          </a:p>
          <a:p>
            <a:r>
              <a:rPr sz="2000"/>
              <a:t>Raise defect detection recall above 90%</a:t>
            </a:r>
          </a:p>
          <a:p>
            <a:r>
              <a:rPr sz="2000"/>
              <a:t>Launch the customer reporting portal</a:t>
            </a:r>
          </a:p>
          <a:p>
            <a:r>
              <a:rPr sz="2000"/>
              <a:t>Keep total program spend under budget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Sites inspected: 1,450 (up 22% quarter over quarter)</a:t>
            </a:r>
          </a:p>
          <a:p>
            <a:r>
              <a:rPr sz="2000"/>
              <a:t>Defect detection recall: 91.3% (target 90%)</a:t>
            </a:r>
          </a:p>
          <a:p>
            <a:r>
              <a:rPr sz="2000"/>
              <a:t>Average mission time: 26 minutes</a:t>
            </a:r>
          </a:p>
          <a:p>
            <a:r>
              <a:rPr sz="2000"/>
              <a:t>Customer NPS: 47 (Q2: 41)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Retrained the defect detector on 31,000 new labelled images</a:t>
            </a:r>
          </a:p>
          <a:p>
            <a:r>
              <a:rPr sz="2000"/>
              <a:t>Added thermal hot-spot classifier for transformers</a:t>
            </a:r>
          </a:p>
          <a:p>
            <a:r>
              <a:rPr sz="2000"/>
              <a:t>False positives per 100 images fell from 6.1 to 3.8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Approved FY2026 budget: $3.1M</a:t>
            </a:r>
          </a:p>
          <a:p>
            <a:r>
              <a:rPr sz="2000"/>
              <a:t>Spent through Q3: $2.4M</a:t>
            </a:r>
          </a:p>
          <a:p>
            <a:r>
              <a:rPr sz="2000"/>
              <a:t>Largest cost: field crew hours (46%)</a:t>
            </a:r>
          </a:p>
          <a:p>
            <a:r>
              <a:rPr sz="2000"/>
              <a:t>Hardware: 18 new HX-7 units purchased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Supply chain: the LX-200 LiDAR module has a 14-week lead time</a:t>
            </a:r>
          </a:p>
          <a:p>
            <a:r>
              <a:rPr sz="2000"/>
              <a:t>Two crews are below staffing target in the North region</a:t>
            </a:r>
          </a:p>
          <a:p>
            <a:r>
              <a:rPr sz="2000"/>
              <a:t>Telemetry reliability after INC-2047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follow-up: INC-2047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August telemetry outage took 312 robots offline</a:t>
            </a:r>
          </a:p>
          <a:p>
            <a:r>
              <a:rPr sz="2000"/>
              <a:t>Certificate renewal is now automated</a:t>
            </a:r>
          </a:p>
          <a:p>
            <a:r>
              <a:rPr sz="2000"/>
              <a:t>Alerting threshold reduced to 3 minutes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reporting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Status: slipped to Q4</a:t>
            </a:r>
          </a:p>
          <a:p>
            <a:r>
              <a:rPr sz="2000"/>
              <a:t>Beta with three utility customers</a:t>
            </a:r>
          </a:p>
          <a:p>
            <a:r>
              <a:rPr sz="2000"/>
              <a:t>Exports inspection findings as PDF and 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for 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Launch the reporting portal to all customers</a:t>
            </a:r>
          </a:p>
          <a:p>
            <a:r>
              <a:rPr sz="2000"/>
              <a:t>Start a pilot with a new water utility in November</a:t>
            </a:r>
          </a:p>
          <a:p>
            <a:r>
              <a:rPr sz="2000"/>
              <a:t>Hire 6 more field operators for the North region</a:t>
            </a:r>
          </a:p>
          <a:p>
            <a:r>
              <a:rPr sz="2000"/>
              <a:t>Run the gateway failover drill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and 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Program lead: Mara Okafor</a:t>
            </a:r>
          </a:p>
          <a:p>
            <a:r>
              <a:rPr sz="2000"/>
              <a:t>Head of ML: Daniel Reyes</a:t>
            </a:r>
          </a:p>
          <a:p>
            <a:r>
              <a:rPr sz="2000"/>
              <a:t>Field operations: Priya Natarajan</a:t>
            </a:r>
          </a:p>
          <a:p>
            <a:r>
              <a:rPr sz="2000"/>
              <a:t>Questions: kestrel-program channel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